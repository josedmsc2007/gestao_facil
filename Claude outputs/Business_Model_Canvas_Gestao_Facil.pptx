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Fácil</a:t>
            </a:r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Business Model Canvas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multiempresa de controle de veículos para construtoras</a:t>
            </a:r>
            <a:endParaRPr lang="en-US" sz="1200" dirty="0"/>
          </a:p>
        </p:txBody>
      </p:sp>
      <p:sp>
        <p:nvSpPr>
          <p:cNvPr id="4" name="Parceiros-chave"/>
          <p:cNvSpPr/>
          <p:nvPr/>
        </p:nvSpPr>
        <p:spPr>
          <a:xfrm>
            <a:off x="274320" y="960120"/>
            <a:ext cx="2328062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PARCEIROS-CHAVE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cliente piloto (a construtora que usa o sistema)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e professor orientador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de hospedagem e do banco de dados PostgreSQL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e postos de combustível (parceria possível no futuro)</a:t>
            </a:r>
            <a:endParaRPr lang="en-US" sz="1250" dirty="0"/>
          </a:p>
        </p:txBody>
      </p:sp>
      <p:sp>
        <p:nvSpPr>
          <p:cNvPr id="5" name="Atividades-chave"/>
          <p:cNvSpPr/>
          <p:nvPr/>
        </p:nvSpPr>
        <p:spPr>
          <a:xfrm>
            <a:off x="2602382" y="960120"/>
            <a:ext cx="2328062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ATIVIDADES-CHAVE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 manter o sistema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requisitos com o cliente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cada funcionalidade (QA) antes de entregar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dar suporte a administradores e motoristas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novas empresas (perfil Operador)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da segurança e do backup dos dados</a:t>
            </a:r>
            <a:endParaRPr lang="en-US" sz="1100" dirty="0"/>
          </a:p>
        </p:txBody>
      </p:sp>
      <p:sp>
        <p:nvSpPr>
          <p:cNvPr id="6" name="Recursos-chave"/>
          <p:cNvSpPr/>
          <p:nvPr/>
        </p:nvSpPr>
        <p:spPr>
          <a:xfrm>
            <a:off x="2602382" y="2971800"/>
            <a:ext cx="2328062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RECURSOS-CHAVE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3 pessoas (Java e Spring Boot)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no GitHub e quadro de tarefas no Trello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 banco de dados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do processo real da construtora</a:t>
            </a:r>
            <a:endParaRPr lang="en-US" sz="1150" dirty="0"/>
          </a:p>
        </p:txBody>
      </p:sp>
      <p:sp>
        <p:nvSpPr>
          <p:cNvPr id="7" name="Proposta de valor"/>
          <p:cNvSpPr/>
          <p:nvPr/>
        </p:nvSpPr>
        <p:spPr>
          <a:xfrm>
            <a:off x="4930445" y="960120"/>
            <a:ext cx="2328062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o controle manuscrito por registro digital de saída e devolução de veículos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no navegador do celular, sem instalar aplicativo nem usar loja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status do veículo (disponível ou em uso) é calculado sozinho, sem ninguém digitar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abastecimento e manutenção por veículo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com filtros e custos por obra ou contrato, com exportação em PDF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enxerga só os próprios dados (multiempresa)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protegidos: senhas criptografadas, CPF e anexos seguros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registro é apagado, o que mantém o histórico completo</a:t>
            </a:r>
            <a:endParaRPr lang="en-US" sz="1150" dirty="0"/>
          </a:p>
        </p:txBody>
      </p:sp>
      <p:sp>
        <p:nvSpPr>
          <p:cNvPr id="8" name="Relacionamento com clientes"/>
          <p:cNvSpPr/>
          <p:nvPr/>
        </p:nvSpPr>
        <p:spPr>
          <a:xfrm>
            <a:off x="7258507" y="960120"/>
            <a:ext cx="2328062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COM CLIENTES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próximo e direto, feito pela própria equipe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da empresa gerencia seus usuários e senhas sozinho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contínuas a partir do que o cliente pede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no início do uso</a:t>
            </a:r>
            <a:endParaRPr lang="en-US" sz="1150" dirty="0"/>
          </a:p>
        </p:txBody>
      </p:sp>
      <p:sp>
        <p:nvSpPr>
          <p:cNvPr id="9" name="Canais"/>
          <p:cNvSpPr/>
          <p:nvPr/>
        </p:nvSpPr>
        <p:spPr>
          <a:xfrm>
            <a:off x="7258507" y="2971800"/>
            <a:ext cx="2328062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responsivo, aberto no navegador do celular e do computador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e reunião com o cliente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de empresas do mesmo ramo</a:t>
            </a:r>
            <a:endParaRPr lang="en-US" sz="11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por mensagem e e-mail</a:t>
            </a:r>
            <a:endParaRPr lang="en-US" sz="1150" dirty="0"/>
          </a:p>
        </p:txBody>
      </p:sp>
      <p:sp>
        <p:nvSpPr>
          <p:cNvPr id="10" name="Segmentos de clientes"/>
          <p:cNvSpPr/>
          <p:nvPr/>
        </p:nvSpPr>
        <p:spPr>
          <a:xfrm>
            <a:off x="9586570" y="960120"/>
            <a:ext cx="2328062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Construtoras e empresas de engenharia com frota própria (cliente atual)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dividem os custos dos veículos entre obras, contratos ou setores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e médias empresas com poucos veículos e controle em papel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usa: Administrador (gestão), Motorista (lançamentos) e Operador (equipe do sistema)</a:t>
            </a:r>
            <a:endParaRPr lang="en-US" sz="1250" dirty="0"/>
          </a:p>
        </p:txBody>
      </p:sp>
      <p:sp>
        <p:nvSpPr>
          <p:cNvPr id="11" name="Estrutura de custos"/>
          <p:cNvSpPr/>
          <p:nvPr/>
        </p:nvSpPr>
        <p:spPr>
          <a:xfrm>
            <a:off x="274320" y="4983480"/>
            <a:ext cx="582015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do servidor e do banco de dados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e certificado de segurança (HTTPS)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da equipe para desenvolver e manter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desenvolvimento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aos clientes e cópias de segurança</a:t>
            </a:r>
            <a:endParaRPr lang="en-US" sz="1250" dirty="0"/>
          </a:p>
        </p:txBody>
      </p:sp>
      <p:sp>
        <p:nvSpPr>
          <p:cNvPr id="12" name="Fontes de receita"/>
          <p:cNvSpPr/>
          <p:nvPr/>
        </p:nvSpPr>
        <p:spPr>
          <a:xfrm>
            <a:off x="6094476" y="4983480"/>
            <a:ext cx="5820156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</p:spPr>
        <p:txBody>
          <a:bodyPr wrap="square" lIns="76200" tIns="88900" rIns="88900" bIns="50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projeto acadêmico, sem cobrança do cliente piloto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para depois da faculdade: mensalidade por empresa (valor fixo ou por veículo cadastrado)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única de implantação e treinamento</a:t>
            </a:r>
            <a:endParaRPr lang="en-US" sz="12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sob medida, cobrados à parte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2026-10-21T22:37:46Z</dcterms:created>
  <dcterms:modified xsi:type="dcterms:W3CDTF">2026-10-21T22:37:46Z</dcterms:modified>
</cp:coreProperties>
</file>